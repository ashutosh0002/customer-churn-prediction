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73837-92D9-4407-8D54-D3346211A53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EC78C8-4629-415C-9AFD-088AAC6D702B}" type="slidenum">
              <a:rPr lang="en-IN" smtClean="0"/>
              <a:t>‹#›</a:t>
            </a:fld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3837-92D9-4407-8D54-D3346211A53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78C8-4629-415C-9AFD-088AAC6D702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3837-92D9-4407-8D54-D3346211A53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78C8-4629-415C-9AFD-088AAC6D702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3837-92D9-4407-8D54-D3346211A53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78C8-4629-415C-9AFD-088AAC6D70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3837-92D9-4407-8D54-D3346211A53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78C8-4629-415C-9AFD-088AAC6D702B}" type="slidenum">
              <a:rPr lang="en-IN" smtClean="0"/>
              <a:t>‹#›</a:t>
            </a:fld>
            <a:endParaRPr lang="en-IN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3837-92D9-4407-8D54-D3346211A53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78C8-4629-415C-9AFD-088AAC6D702B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3837-92D9-4407-8D54-D3346211A53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78C8-4629-415C-9AFD-088AAC6D70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3837-92D9-4407-8D54-D3346211A53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78C8-4629-415C-9AFD-088AAC6D70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3837-92D9-4407-8D54-D3346211A53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78C8-4629-415C-9AFD-088AAC6D70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3837-92D9-4407-8D54-D3346211A53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78C8-4629-415C-9AFD-088AAC6D702B}" type="slidenum">
              <a:rPr lang="en-IN" smtClean="0"/>
              <a:t>‹#›</a:t>
            </a:fld>
            <a:endParaRPr lang="en-IN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3837-92D9-4407-8D54-D3346211A53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78C8-4629-415C-9AFD-088AAC6D702B}" type="slidenum">
              <a:rPr lang="en-IN" smtClean="0"/>
              <a:t>‹#›</a:t>
            </a:fld>
            <a:endParaRPr lang="en-IN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83173837-92D9-4407-8D54-D3346211A53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6DEC78C8-4629-415C-9AFD-088AAC6D702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1520" y="1600200"/>
            <a:ext cx="8712968" cy="5257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Presented By: Ashutosh Kumar Singh</a:t>
            </a:r>
          </a:p>
          <a:p>
            <a:pPr marL="0" indent="0" algn="ctr">
              <a:buNone/>
            </a:pPr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Program: PBEL 3.0 – AI Batch 4</a:t>
            </a:r>
            <a:endParaRPr lang="en-IN"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680" y="116632"/>
            <a:ext cx="8302776" cy="14310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u="sng" smtClean="0">
                <a:latin typeface="Times New Roman" pitchFamily="18" charset="0"/>
                <a:cs typeface="Times New Roman" pitchFamily="18" charset="0"/>
              </a:rPr>
              <a:t>CUSTOMER CHURN PREDICTION</a:t>
            </a:r>
            <a:r>
              <a:rPr lang="en-US" sz="400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smtClean="0">
                <a:latin typeface="Times New Roman" pitchFamily="18" charset="0"/>
                <a:cs typeface="Times New Roman" pitchFamily="18" charset="0"/>
              </a:rPr>
              <a:t>Machine learning Based Project</a:t>
            </a:r>
            <a:endParaRPr lang="en-IN" sz="40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3644649"/>
            <a:ext cx="3073600" cy="306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80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41168"/>
          </a:xfrm>
        </p:spPr>
        <p:txBody>
          <a:bodyPr>
            <a:normAutofit/>
          </a:bodyPr>
          <a:lstStyle/>
          <a:p>
            <a:endParaRPr lang="en-US" sz="360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To analyze customer related data</a:t>
            </a: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To predict whether a customer is likely to churn</a:t>
            </a: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To apply machine learning for churn prediction</a:t>
            </a: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To provide a simple web interface for prediction</a:t>
            </a:r>
            <a:endParaRPr lang="en-IN"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smtClean="0">
                <a:latin typeface="Times New Roman" pitchFamily="18" charset="0"/>
                <a:cs typeface="Times New Roman" pitchFamily="18" charset="0"/>
              </a:rPr>
              <a:t>PROJECT OBJECTIVE</a:t>
            </a:r>
            <a:endParaRPr lang="en-IN" sz="4000" b="1" u="sng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602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069160"/>
          </a:xfrm>
        </p:spPr>
        <p:txBody>
          <a:bodyPr>
            <a:normAutofit lnSpcReduction="10000"/>
          </a:bodyPr>
          <a:lstStyle/>
          <a:p>
            <a:endParaRPr lang="en-US" sz="360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Python</a:t>
            </a: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Pandas &amp; Numpy</a:t>
            </a: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Matplotlib</a:t>
            </a: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Scikit-learn</a:t>
            </a: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Flask</a:t>
            </a: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HTML</a:t>
            </a: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Jupyter Notebook</a:t>
            </a:r>
            <a:endParaRPr lang="en-IN"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56263" cy="1054250"/>
          </a:xfrm>
        </p:spPr>
        <p:txBody>
          <a:bodyPr>
            <a:normAutofit/>
          </a:bodyPr>
          <a:lstStyle/>
          <a:p>
            <a:r>
              <a:rPr lang="en-US" sz="4000" b="1" u="sng" smtClean="0">
                <a:latin typeface="Times New Roman" pitchFamily="18" charset="0"/>
                <a:cs typeface="Times New Roman" pitchFamily="18" charset="0"/>
              </a:rPr>
              <a:t>TECHNOLOGIES USED</a:t>
            </a:r>
            <a:endParaRPr lang="en-IN" sz="4000" b="1" u="sng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695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712968" cy="5069160"/>
          </a:xfrm>
        </p:spPr>
        <p:txBody>
          <a:bodyPr>
            <a:normAutofit/>
          </a:bodyPr>
          <a:lstStyle/>
          <a:p>
            <a:endParaRPr lang="en-US" sz="400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4000" smtClean="0">
                <a:latin typeface="Times New Roman" pitchFamily="18" charset="0"/>
                <a:cs typeface="Times New Roman" pitchFamily="18" charset="0"/>
              </a:rPr>
              <a:t>Data Collection </a:t>
            </a:r>
            <a:r>
              <a:rPr lang="en-US" sz="4000" smtClean="0">
                <a:latin typeface="Cambria Math"/>
                <a:ea typeface="Cambria Math"/>
                <a:cs typeface="Times New Roman" pitchFamily="18" charset="0"/>
              </a:rPr>
              <a:t>⟶ Data preprocessing ⟶ Data Analysis ⟶ Model Training ⟶ Prediction ⟶ Web Application</a:t>
            </a:r>
            <a:endParaRPr lang="en-IN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smtClean="0">
                <a:latin typeface="Times New Roman" pitchFamily="18" charset="0"/>
                <a:cs typeface="Times New Roman" pitchFamily="18" charset="0"/>
              </a:rPr>
              <a:t>PROJECT WORKFLOW</a:t>
            </a:r>
            <a:endParaRPr lang="en-IN" sz="4000" b="1" u="sng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587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268760"/>
            <a:ext cx="8784976" cy="5400600"/>
          </a:xfrm>
        </p:spPr>
        <p:txBody>
          <a:bodyPr>
            <a:normAutofit/>
          </a:bodyPr>
          <a:lstStyle/>
          <a:p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User enters the required customer details</a:t>
            </a:r>
          </a:p>
          <a:p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The trained model processes the entered information</a:t>
            </a:r>
          </a:p>
          <a:p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The application predicts the Customer’s Churn Status</a:t>
            </a:r>
          </a:p>
          <a:p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The result is displayed through a simple web interface</a:t>
            </a:r>
            <a:endParaRPr lang="en-IN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80120"/>
          </a:xfrm>
        </p:spPr>
        <p:txBody>
          <a:bodyPr/>
          <a:lstStyle/>
          <a:p>
            <a:r>
              <a:rPr lang="en-US" b="1" u="sng" smtClean="0"/>
              <a:t>PROJECT OUTPUT</a:t>
            </a:r>
            <a:endParaRPr lang="en-IN" b="1" u="sng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" y="3429000"/>
            <a:ext cx="2685902" cy="33123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3429000"/>
            <a:ext cx="2880320" cy="33123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3429000"/>
            <a:ext cx="2928918" cy="332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20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069160"/>
          </a:xfrm>
        </p:spPr>
        <p:txBody>
          <a:bodyPr>
            <a:normAutofit/>
          </a:bodyPr>
          <a:lstStyle/>
          <a:p>
            <a:endParaRPr lang="en-US" sz="360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The project demonstrates the practical use of machine learning</a:t>
            </a: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It helps identify customers who may leave a service</a:t>
            </a:r>
          </a:p>
          <a:p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The prediction system is integrated with a simple Flask-based web application</a:t>
            </a:r>
            <a:endParaRPr lang="en-IN"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56263" cy="1054250"/>
          </a:xfrm>
        </p:spPr>
        <p:txBody>
          <a:bodyPr>
            <a:normAutofit/>
          </a:bodyPr>
          <a:lstStyle/>
          <a:p>
            <a:r>
              <a:rPr lang="en-US" sz="4000" b="1" u="sng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IN" sz="4000" b="1" u="sng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6889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52</TotalTime>
  <Words>139</Words>
  <Application>Microsoft Office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Hardcover</vt:lpstr>
      <vt:lpstr>CUSTOMER CHURN PREDICTION Machine learning Based Project</vt:lpstr>
      <vt:lpstr>PROJECT OBJECTIVE</vt:lpstr>
      <vt:lpstr>TECHNOLOGIES USED</vt:lpstr>
      <vt:lpstr>PROJECT WORKFLOW</vt:lpstr>
      <vt:lpstr>PROJECT OUTPUT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Machine learning Based Project</dc:title>
  <dc:creator>Dell</dc:creator>
  <cp:lastModifiedBy>Dell</cp:lastModifiedBy>
  <cp:revision>13</cp:revision>
  <dcterms:created xsi:type="dcterms:W3CDTF">2026-07-19T11:40:23Z</dcterms:created>
  <dcterms:modified xsi:type="dcterms:W3CDTF">2026-07-19T12:32:23Z</dcterms:modified>
</cp:coreProperties>
</file>